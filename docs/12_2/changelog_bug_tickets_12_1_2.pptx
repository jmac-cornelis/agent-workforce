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1206" TargetMode="External"/><Relationship Id="rId3" Type="http://schemas.openxmlformats.org/officeDocument/2006/relationships/hyperlink" Target="https://cornelisnetworks.atlassian.net/browse/STL-74848" TargetMode="External"/><Relationship Id="rId4" Type="http://schemas.openxmlformats.org/officeDocument/2006/relationships/hyperlink" Target="https://cornelisnetworks.atlassian.net/browse/STL-76311" TargetMode="External"/><Relationship Id="rId5" Type="http://schemas.openxmlformats.org/officeDocument/2006/relationships/hyperlink" Target="https://cornelisnetworks.atlassian.net/browse/STL-76441" TargetMode="External"/><Relationship Id="rId6" Type="http://schemas.openxmlformats.org/officeDocument/2006/relationships/hyperlink" Target="https://cornelisnetworks.atlassian.net/browse/STL-76477" TargetMode="External"/><Relationship Id="rId7" Type="http://schemas.openxmlformats.org/officeDocument/2006/relationships/hyperlink" Target="https://cornelisnetworks.atlassian.net/browse/STL-76488" TargetMode="External"/><Relationship Id="rId8" Type="http://schemas.openxmlformats.org/officeDocument/2006/relationships/hyperlink" Target="https://cornelisnetworks.atlassian.net/browse/STL-76662" TargetMode="External"/><Relationship Id="rId9" Type="http://schemas.openxmlformats.org/officeDocument/2006/relationships/hyperlink" Target="https://cornelisnetworks.atlassian.net/browse/STL-76676" TargetMode="External"/><Relationship Id="rId10" Type="http://schemas.openxmlformats.org/officeDocument/2006/relationships/hyperlink" Target="https://cornelisnetworks.atlassian.net/browse/STL-76747" TargetMode="External"/><Relationship Id="rId11" Type="http://schemas.openxmlformats.org/officeDocument/2006/relationships/hyperlink" Target="https://cornelisnetworks.atlassian.net/browse/STL-76962" TargetMode="External"/><Relationship Id="rId12" Type="http://schemas.openxmlformats.org/officeDocument/2006/relationships/hyperlink" Target="https://cornelisnetworks.atlassian.net/browse/STL-76982" TargetMode="External"/><Relationship Id="rId13" Type="http://schemas.openxmlformats.org/officeDocument/2006/relationships/hyperlink" Target="https://cornelisnetworks.atlassian.net/browse/STL-76983" TargetMode="External"/><Relationship Id="rId14" Type="http://schemas.openxmlformats.org/officeDocument/2006/relationships/hyperlink" Target="https://cornelisnetworks.atlassian.net/browse/STL-76995" TargetMode="External"/><Relationship Id="rId15" Type="http://schemas.openxmlformats.org/officeDocument/2006/relationships/hyperlink" Target="https://cornelisnetworks.atlassian.net/browse/STL-76999" TargetMode="External"/><Relationship Id="rId16" Type="http://schemas.openxmlformats.org/officeDocument/2006/relationships/hyperlink" Target="https://cornelisnetworks.atlassian.net/browse/STL-77001" TargetMode="External"/><Relationship Id="rId17" Type="http://schemas.openxmlformats.org/officeDocument/2006/relationships/hyperlink" Target="https://cornelisnetworks.atlassian.net/browse/STL-77070" TargetMode="External"/><Relationship Id="rId18" Type="http://schemas.openxmlformats.org/officeDocument/2006/relationships/hyperlink" Target="https://cornelisnetworks.atlassian.net/browse/STL-77078" TargetMode="External"/><Relationship Id="rId19" Type="http://schemas.openxmlformats.org/officeDocument/2006/relationships/hyperlink" Target="https://cornelisnetworks.atlassian.net/browse/STL-77101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6841" TargetMode="External"/><Relationship Id="rId3" Type="http://schemas.openxmlformats.org/officeDocument/2006/relationships/hyperlink" Target="https://cornelisnetworks.atlassian.net/browse/STL-77046" TargetMode="External"/><Relationship Id="rId4" Type="http://schemas.openxmlformats.org/officeDocument/2006/relationships/hyperlink" Target="https://cornelisnetworks.atlassian.net/browse/STL-77092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7027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63325" TargetMode="External"/><Relationship Id="rId3" Type="http://schemas.openxmlformats.org/officeDocument/2006/relationships/hyperlink" Target="https://cornelisnetworks.atlassian.net/browse/STL-76561" TargetMode="External"/><Relationship Id="rId4" Type="http://schemas.openxmlformats.org/officeDocument/2006/relationships/hyperlink" Target="https://cornelisnetworks.atlassian.net/browse/STL-76778" TargetMode="External"/><Relationship Id="rId5" Type="http://schemas.openxmlformats.org/officeDocument/2006/relationships/hyperlink" Target="https://cornelisnetworks.atlassian.net/browse/STL-76965" TargetMode="External"/><Relationship Id="rId6" Type="http://schemas.openxmlformats.org/officeDocument/2006/relationships/hyperlink" Target="https://cornelisnetworks.atlassian.net/browse/STL-76966" TargetMode="External"/><Relationship Id="rId7" Type="http://schemas.openxmlformats.org/officeDocument/2006/relationships/hyperlink" Target="https://cornelisnetworks.atlassian.net/browse/STL-76972" TargetMode="External"/><Relationship Id="rId8" Type="http://schemas.openxmlformats.org/officeDocument/2006/relationships/hyperlink" Target="https://cornelisnetworks.atlassian.net/browse/STL-77075" TargetMode="External"/><Relationship Id="rId9" Type="http://schemas.openxmlformats.org/officeDocument/2006/relationships/hyperlink" Target="https://cornelisnetworks.atlassian.net/browse/STL-77106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Bug Tickets Resolved in Release 12.1.2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Source: changelog_Release_HostSoftware12_1_2_0_3BMC12_1_2_0_2...  |  Generated 2026-03-26  |  208 commits, 30 bug tickets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8321040"/>
              </a:tblGrid>
              <a:tr h="41148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Bug Count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Key Tickets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41148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Driver (Host Software)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STL-71206, STL-74848, STL-76311, STL-76441, STL-76477, STL-76488, STL-76662, STL-76676, STL-76747, STL-76962, STL-76982, STL-76983, STL-76995, STL-76999, STL-77001, STL-77070, STL-77078, STL-77101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148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BMCFW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STL-76841, STL-77046, STL-77092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148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HFIFW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STL-77027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148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Libfabric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STL-63325, STL-76561, STL-76778, STL-76965, STL-76966, STL-76972, STL-77075, STL-77106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148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Driver Bugs (18 tickets)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Host Software 12.1.2.0.3 -- kernel driver fixes backported across 7 distro branches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486400"/>
                <a:gridCol w="2103120"/>
                <a:gridCol w="2743200"/>
              </a:tblGrid>
              <a:tr h="27432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Ticket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2"/>
                        </a:rPr>
                        <a:t>STL-71206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Fix firmware update MAD response handling over fabric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Douglas Miller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3"/>
                        </a:rPr>
                        <a:t>STL-74848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Threaded NAPI for IPoIB TX completion -- priority inversion fix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Brian Hwang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Related: STL-76311, STL-76441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4"/>
                        </a:rPr>
                        <a:t>STL-76311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Threaded NAPI for IPoIB TX completion (related)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Brian Hwang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Part of STL-74848 fix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5"/>
                        </a:rPr>
                        <a:t>STL-76441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Threaded NAPI for IPoIB TX completion (related)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Brian Hwang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Part of STL-74848 fix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6"/>
                        </a:rPr>
                        <a:t>STL-76477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Reapply cport MSI-X interrupt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Dennis Dalessandro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7"/>
                        </a:rPr>
                        <a:t>STL-76488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Reapply disable lost interrupt timer + additional cport interrupt clears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Dennis Dalessandro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2 commits per distro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8"/>
                        </a:rPr>
                        <a:t>STL-76662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Make MCTXT tid xarray interrupt safe -- xa_lock deadlock prevention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Douglas Miller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9"/>
                        </a:rPr>
                        <a:t>STL-76676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SDMA header optimization bug fixes -- 128B buffer overflow, head/tail fixup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Pooja Nara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Co-authored: Claude:claude-4.5-opus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10"/>
                        </a:rPr>
                        <a:t>STL-76747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Simplify receive context processing -- remove vtable/function pointer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Ian Simonson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11"/>
                        </a:rPr>
                        <a:t>STL-76962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Multiple DMS/bulksvc fixes (5 commits) -- teardown ordering, PIO -EAGAIN, WARN_ON completions, DMA page count, SDMA bounds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Michael Blocksome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12"/>
                        </a:rPr>
                        <a:t>STL-76982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DMS access unregister rework (4 commits) -- completion handling, user_info clear, use-after-free in QP send, invalid-client log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Michael Blocksome / Ian Simonson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13"/>
                        </a:rPr>
                        <a:t>STL-76983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Switch DMS access unregister to passive-only, remove force-cancel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Michael Blocksome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14"/>
                        </a:rPr>
                        <a:t>STL-76995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Multiple MR/bulksvc leak fixes (4 commits) -- list sentinel deref, DMA mapping leak, cmd/mr_record leaks, rvt_mr ref leak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Ian Simonson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15"/>
                        </a:rPr>
                        <a:t>STL-76999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Fix bulksvc_dbg_open unbounded spin-wait deadlock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Michael Blocksome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16"/>
                        </a:rPr>
                        <a:t>STL-77001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Tone down DMS health timeout log wording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Michael Blocksome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17"/>
                        </a:rPr>
                        <a:t>STL-77070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Fix use-after-free in cport_req_fn()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Douglas Miller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18"/>
                        </a:rPr>
                        <a:t>STL-77078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Restrict send scheduling checks to RESET state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Michael Blocksome / Ian Simonson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7432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u="sng">
                          <a:solidFill>
                            <a:srgbClr val="003D6B"/>
                          </a:solidFill>
                          <a:hlinkClick r:id="rId19"/>
                        </a:rPr>
                        <a:t>STL-77101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Only print perf counters if counted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>Nick Child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333333"/>
                </a:solidFill>
              </a:rPr>
              <a:t>All 18 driver fixes are backported across 7 distro branches: RHEL 10, RHEL 9.4, RHEL 9.5, RHEL 9.6, RHEL 9.7, SLES 15.7, Ubuntu 24.04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BMCFW Bugs (3 tickets)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BMC 12.1.2.0.2 -- BMC firmware fixes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486400"/>
                <a:gridCol w="2103120"/>
                <a:gridCol w="2743200"/>
              </a:tblGrid>
              <a:tr h="41148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Ticket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41148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2"/>
                        </a:rPr>
                        <a:t>STL-76841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CLI capture log bytes/str error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Duane McCrory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148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3"/>
                        </a:rPr>
                        <a:t>STL-77046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BMC FruDevice introspect fail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Duane McCrory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148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4"/>
                        </a:rPr>
                        <a:t>STL-77092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Lenovo DWC VR fault error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Duane McCrory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NEW in BMC 12.1.2.0.2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HFIFW Bug (1 ticket)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FwUpdate 12.1.2.0.1 -- HFI firmware fix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486400"/>
                <a:gridCol w="2103120"/>
                <a:gridCol w="2743200"/>
              </a:tblGrid>
              <a:tr h="41148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Ticket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41148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2"/>
                        </a:rPr>
                        <a:t>STL-77027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Cannot Start Second FM -- forward PortInfo GET to driver, save IsSM state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Paul Davis / Daniel Gailey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Libfabric Bugs (8 tickets)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Host Software 12.1.2.0.3 -- OPX/libfabric provider fixes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486400"/>
                <a:gridCol w="2103120"/>
                <a:gridCol w="2743200"/>
              </a:tblGrid>
              <a:tr h="36576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Ticket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2"/>
                        </a:rPr>
                        <a:t>STL-63325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Remove #if 0 dead code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Bob Cernohous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3"/>
                        </a:rPr>
                        <a:t>STL-76561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Multiple mm lock / rendezvous fixes (5 commits)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Bob Cernohous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4"/>
                        </a:rPr>
                        <a:t>STL-76778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Change all CUDA calls to use ofi wrapper functions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Mike Wilkins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5"/>
                        </a:rPr>
                        <a:t>STL-76965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Dual plane multiple tx and ibv context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Archana Venkatesha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6"/>
                        </a:rPr>
                        <a:t>STL-76966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Dual plane addressing, plane selection and shm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Archana Venkatesha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7"/>
                        </a:rPr>
                        <a:t>STL-76972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Restore debugging #ifdef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Bob Cernohous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8"/>
                        </a:rPr>
                        <a:t>STL-77075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SLES compilation fix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Archana Venkatesha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u="sng">
                          <a:solidFill>
                            <a:srgbClr val="003D6B"/>
                          </a:solidFill>
                          <a:hlinkClick r:id="rId9"/>
                        </a:rPr>
                        <a:t>STL-77106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PCI bus attributes from sysfs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Dennis Dalessandro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