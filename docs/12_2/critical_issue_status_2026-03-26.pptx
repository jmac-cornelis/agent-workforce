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6950" TargetMode="External"/><Relationship Id="rId3" Type="http://schemas.openxmlformats.org/officeDocument/2006/relationships/hyperlink" Target="https://cornelisnetworks.atlassian.net/browse/STL-76880" TargetMode="External"/><Relationship Id="rId4" Type="http://schemas.openxmlformats.org/officeDocument/2006/relationships/hyperlink" Target="https://cornelisnetworks.atlassian.net/browse/STL-76940" TargetMode="External"/><Relationship Id="rId5" Type="http://schemas.openxmlformats.org/officeDocument/2006/relationships/hyperlink" Target="https://cornelisnetworks.atlassian.net/browse/STL-76982" TargetMode="External"/><Relationship Id="rId6" Type="http://schemas.openxmlformats.org/officeDocument/2006/relationships/hyperlink" Target="https://cornelisnetworks.atlassian.net/browse/STL-76999" TargetMode="External"/><Relationship Id="rId7" Type="http://schemas.openxmlformats.org/officeDocument/2006/relationships/hyperlink" Target="https://cornelisnetworks.atlassian.net/browse/STL-76941" TargetMode="External"/><Relationship Id="rId8" Type="http://schemas.openxmlformats.org/officeDocument/2006/relationships/hyperlink" Target="https://cornelisnetworks.atlassian.net/browse/STL-76863" TargetMode="External"/><Relationship Id="rId9" Type="http://schemas.openxmlformats.org/officeDocument/2006/relationships/hyperlink" Target="https://cornelisnetworks.atlassian.net/browse/STL-76847" TargetMode="External"/><Relationship Id="rId10" Type="http://schemas.openxmlformats.org/officeDocument/2006/relationships/hyperlink" Target="https://cornelisnetworks.atlassian.net/browse/STL-76942" TargetMode="External"/><Relationship Id="rId11" Type="http://schemas.openxmlformats.org/officeDocument/2006/relationships/hyperlink" Target="https://cornelisnetworks.atlassian.net/browse/STL-76732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6365" TargetMode="External"/><Relationship Id="rId3" Type="http://schemas.openxmlformats.org/officeDocument/2006/relationships/hyperlink" Target="https://cornelisnetworks.atlassian.net/browse/STL-73247" TargetMode="External"/><Relationship Id="rId4" Type="http://schemas.openxmlformats.org/officeDocument/2006/relationships/hyperlink" Target="https://cornelisnetworks.atlassian.net/browse/STL-77071" TargetMode="External"/><Relationship Id="rId5" Type="http://schemas.openxmlformats.org/officeDocument/2006/relationships/hyperlink" Target="https://cornelisnetworks.atlassian.net/browse/STL-76240" TargetMode="External"/><Relationship Id="rId6" Type="http://schemas.openxmlformats.org/officeDocument/2006/relationships/hyperlink" Target="https://cornelisnetworks.atlassian.net/browse/STL-77023" TargetMode="External"/><Relationship Id="rId7" Type="http://schemas.openxmlformats.org/officeDocument/2006/relationships/hyperlink" Target="https://cornelisnetworks.atlassian.net/browse/STL-76561" TargetMode="External"/><Relationship Id="rId8" Type="http://schemas.openxmlformats.org/officeDocument/2006/relationships/hyperlink" Target="https://cornelisnetworks.atlassian.net/browse/STL-7664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6338" TargetMode="External"/><Relationship Id="rId3" Type="http://schemas.openxmlformats.org/officeDocument/2006/relationships/hyperlink" Target="https://cornelisnetworks.atlassian.net/browse/STL-76494" TargetMode="External"/><Relationship Id="rId4" Type="http://schemas.openxmlformats.org/officeDocument/2006/relationships/hyperlink" Target="https://cornelisnetworks.atlassian.net/browse/STL-76725" TargetMode="External"/><Relationship Id="rId5" Type="http://schemas.openxmlformats.org/officeDocument/2006/relationships/hyperlink" Target="https://cornelisnetworks.atlassian.net/browse/STL-75962" TargetMode="External"/><Relationship Id="rId6" Type="http://schemas.openxmlformats.org/officeDocument/2006/relationships/hyperlink" Target="https://cornelisnetworks.atlassian.net/browse/STL-77092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6836" TargetMode="External"/><Relationship Id="rId3" Type="http://schemas.openxmlformats.org/officeDocument/2006/relationships/hyperlink" Target="https://cornelisnetworks.atlassian.net/browse/STL-74848" TargetMode="External"/><Relationship Id="rId4" Type="http://schemas.openxmlformats.org/officeDocument/2006/relationships/hyperlink" Target="https://cornelisnetworks.atlassian.net/browse/STL-76997" TargetMode="External"/><Relationship Id="rId5" Type="http://schemas.openxmlformats.org/officeDocument/2006/relationships/hyperlink" Target="https://cornelisnetworks.atlassian.net/browse/STL-75661" TargetMode="External"/><Relationship Id="rId6" Type="http://schemas.openxmlformats.org/officeDocument/2006/relationships/hyperlink" Target="https://cornelisnetworks.atlassian.net/browse/STL-76323" TargetMode="External"/><Relationship Id="rId7" Type="http://schemas.openxmlformats.org/officeDocument/2006/relationships/hyperlink" Target="https://cornelisnetworks.atlassian.net/browse/STL-77078" TargetMode="External"/><Relationship Id="rId8" Type="http://schemas.openxmlformats.org/officeDocument/2006/relationships/hyperlink" Target="https://cornelisnetworks.atlassian.net/browse/STL-76108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rnelisnetworks.atlassian.net/browse/STL-76873" TargetMode="External"/><Relationship Id="rId3" Type="http://schemas.openxmlformats.org/officeDocument/2006/relationships/hyperlink" Target="https://cornelisnetworks.atlassian.net/browse/STL-77046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Critical Issue Status — 2026-03-26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Source: Jira filter "SW 12.1.2 Targeted P0/P1 Bugs" (33573)  |  33 bugs: 23 P0, 10 P1  |  20 active, 9 Verify, 4 Closed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914400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2514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Open Critical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New This Week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Waiting for Verify in DST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Actively Root-Causing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2514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3D6B"/>
                          </a:solidFill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3D6B"/>
                          </a:solidFill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3D6B"/>
                          </a:solidFill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3D6B"/>
                          </a:solidFill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002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914400"/>
                <a:gridCol w="3474720"/>
                <a:gridCol w="822960"/>
                <a:gridCol w="822960"/>
                <a:gridCol w="4572000"/>
              </a:tblGrid>
              <a:tr h="4191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Issues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4191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BTS / Lustre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STL-76950
STL-76880
STL-76940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GPU DMA-buf deregistration race — mi300x kernel panics in rdmavt + Lustre RDMA timeouts with BTS. All hit same BTS memory lifecycle path.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Review /
In Progress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76950 fix in review (Child); depends on 1 sub-fix in Verify + 2 still Open. If all land → cascade-fixes cluster.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91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OPX — TID cache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STL-76365
STL-73247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OPX TID cache diverges from kernel TID table under high expected-receive rate. HPL + sph_exa hangs. Chronic — 73247 open since 12.1.0.x.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Progress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Architecturally complex fix spanning OPX user-space + hfi1 kernel. Cernohous + Erwin.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91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OPX — GPU AI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STL-77071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MPT-30B hang with aws-ofi dmabuf. May overlap BTS DMA-buf cluster. New this week.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RWTH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Espinoza assessing. Possible user config issue — engaging customer.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91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OPX — Perf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STL-76240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IMB Biband/Sendrecv perf drop starting at OPXS 12.1.0.0-62. Data path regression on AMD.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AMD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Progress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Simonson bisecting OPX builds to isolate regression commit.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91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OPX / Lustre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STL-77023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Endeavour Lustre problems with use_bulksvc=N — fails even without BTS. New this week.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Intel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Child assessing. Waiting on dmesg from Intel.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91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Fabric / MYR FW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STL-76338
STL-76494
STL-76725
STL-75962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MYR switch buffer/credit mgmt — tportPktDropPending, RbufCtrlSbe, TxHoqDiscards, credit exhaustion. All related switch-side failures.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TACC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Progress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Wright on ISL drops. Rothermel on RbufCtrlSbe. King on HoQ discards. No fixes landed yet.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91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Fabric / MYR FW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STL-77092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DWC switch VR fault on liquid-cooled switch. HW issue, separate from buffer/credit. New this week.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Lenovo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Review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Nagarajan fix in review.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91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Host Driver —
IPoIB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STL-76836
STL-74848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ipoib timeout + SDMA Tx queue stalls. 74848 has sw_fixed. 76836 may be fabric-caused (links to 76494 + 76873).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LLNL (Lynx)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 /
In Progress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Test 74848 SDMA fix first. If unresolved, root cause is likely fabric-side.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91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Host Driver —
PCIe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STL-75661
STL-76323
STL-76997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Cards failing init after power events + runtime PCIe fatal errors under SPEC. All PCIe / 8051 FW path.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Lenovo,
IOCB,
NEC/RWTH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 /
In Progress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Davis on IOCB. Luick on SPEC crash. 75661 needs pickup (Zhang, Open).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91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Link / 8051 FW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STL-76873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Link fails LNI during EstablishComm.TxRxHunt — 8051 FW SerDes link training failure. ~8 links affected.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LLNL (Lynx)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Progress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Johanson leading via Link Working Group.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41910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Chassis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STL-77046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BMC FruDevice introspect fail — switch buggy state after bounce+reboot testing. Not data-path. New this week.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Ready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Queued for Nagarajan.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BTS / Lustre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3 active + 6 in Verify — BTS memory deregistration race is the core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(3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944"/>
                <a:gridCol w="530524"/>
                <a:gridCol w="2122098"/>
                <a:gridCol w="848839"/>
                <a:gridCol w="742734"/>
                <a:gridCol w="3395356"/>
                <a:gridCol w="2652622"/>
              </a:tblGrid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 / Blockers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2"/>
                        </a:rPr>
                        <a:t>STL-76950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mi300x crash on ctl-c BTS/dmabuf — bulksvc_user_info_destroy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Child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Review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GPU DMA-buf deregistration race. Blocked by:
STL-76982 (DMS unregister, Verify)
STL-76983 (force-cancel trackers, Open)
STL-76984 (rvt/bulksvc race, Open)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Retest with next DST once all 3 blockers land.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3"/>
                        </a:rPr>
                        <a:t>STL-76880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mi300x GPU kernel panic rvt_send_complete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Simonson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Progress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Same rdmavt DMA-buf path as 76950.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Likely fixed by 76950 patches. Retest together.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4"/>
                        </a:rPr>
                        <a:t>STL-76940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LNetError RDMA timeout with BTS — Lustre client eviction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Simonson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Progress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Lustre ko2iblnd hits BTS verbs path.
Caused by STL-76941 (Verify).
Blocked by STL-76999 (Verify).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Zhu: "Wait for 12.1.2 DST — fixed a few bugs."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88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Verify Queue (6 BTS fixes awaiting validation)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108960"/>
          <a:ext cx="1124711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258"/>
                <a:gridCol w="5305245"/>
                <a:gridCol w="4668615"/>
              </a:tblGrid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What It Fixes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5"/>
                        </a:rPr>
                        <a:t>STL-76982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Rearchitect DMS unregister to be always-async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Blocks 76950 (DMA-buf crash)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6"/>
                        </a:rPr>
                        <a:t>STL-76999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Fix bulksvc_dbg_open unbounded spin-wait deadlock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Blocks 76940 (Lustre RDMA timeout)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7"/>
                        </a:rPr>
                        <a:t>STL-76941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hfi1_dms_handle_data crash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Causes 76940 (Lustre RDMA timeout)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8"/>
                        </a:rPr>
                        <a:t>STL-76863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BAD WRITE CHECKSUM — BTS MR registration error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BTS Lustre data integrity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9"/>
                        </a:rPr>
                        <a:t>STL-76847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calculate_mr_page_offset Invalid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BTS Lustre data integrity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10"/>
                        </a:rPr>
                        <a:t>STL-76942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bufcount error — BTS buffer management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BTS Lustre data integrity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11"/>
                        </a:rPr>
                        <a:t>STL-76732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hfi1_dms_impl_dlist_remove crash — DMS list corruption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BTS internal locking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OPX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5 active + 2 in Verify — TID cache is chronic; perf regression + 2 new bugs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(5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7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47"/>
                <a:gridCol w="463798"/>
                <a:gridCol w="2087094"/>
                <a:gridCol w="811647"/>
                <a:gridCol w="695698"/>
                <a:gridCol w="695698"/>
                <a:gridCol w="2898742"/>
                <a:gridCol w="2550893"/>
              </a:tblGrid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2"/>
                        </a:rPr>
                        <a:t>STL-76365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HPL hang in hfi1_user_exp_rcv_setup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Cernohous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OPX TID cache diverges from kernel. Links to 76561, 76972, 76685, 76554.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Fix spans OPX user-space + hfi1 kernel.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3"/>
                        </a:rPr>
                        <a:t>STL-73247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sph_exa hang with OPX Open MPI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Erwin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Same TID cache root cause. Open since 12.1.0.x.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Same fix as 76365.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4"/>
                        </a:rPr>
                        <a:t>STL-77071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MPT-30B hang aws-ofi dmabuf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Espinoza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RWTH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Possibly OPX+DMA-buf. May be user config.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Engaging RWTH directly.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5"/>
                        </a:rPr>
                        <a:t>STL-76240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IMB Biband/Sendrecv perf drop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Simonson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AMD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OPX data path regression in 12.1.0.0-62+. Blocks 76449, 77018, 76861.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Bisecting OPX builds.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4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6"/>
                        </a:rPr>
                        <a:t>STL-77023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Endeavour Lustre use_bulksvc=N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Child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Intel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Lustre fails without BTS. Separate root cause.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Waiting on dmesg from Intel.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428999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Verify Queue (2 OPX fixes)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749039"/>
          <a:ext cx="11247118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258"/>
                <a:gridCol w="5305245"/>
                <a:gridCol w="4668615"/>
              </a:tblGrid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What It Fixes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7"/>
                        </a:rPr>
                        <a:t>STL-76561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HPL OPX_TID_CACHE assert with use_bulksvc:N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Related to TID cache cluster (76365, 73247)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1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8"/>
                        </a:rPr>
                        <a:t>STL-76644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NEC IMB-RMA SDMA abort — OPX rendezvous path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OPX data path correctness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Fabric / MYR FW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5 active — Buffer/credit cluster is riskiest area (4 bugs, zero fixes landed)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(5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6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47"/>
                <a:gridCol w="463798"/>
                <a:gridCol w="2087094"/>
                <a:gridCol w="811647"/>
                <a:gridCol w="695698"/>
                <a:gridCol w="579748"/>
                <a:gridCol w="2898742"/>
                <a:gridCol w="2666842"/>
              </a:tblGrid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2"/>
                        </a:rPr>
                        <a:t>STL-76338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tportPktDropPending hang on ISL bounce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Wright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TACC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MYR Tport state machine. Links to 76651, 76652, ISS-8041.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Reproduced internally. Wright analyzing.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3"/>
                        </a:rPr>
                        <a:t>STL-76494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Hung nodes — RbufCtrlSbe ECC errors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Rothermel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TACC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SRAM bit errors corrupt buffer mgmt. sw_fixed label. Links to 76836, 77090.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SW workaround exists. Watch SBE rate for HW degradation.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4"/>
                        </a:rPr>
                        <a:t>STL-76725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Excessive TxHoqDiscards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King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TACC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Head-of-queue blocking, same credit subsystem. Links to 75822.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Reproduced with synthetic ISL saturation.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5"/>
                        </a:rPr>
                        <a:t>STL-75962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Job hang — MYR Tport credit exhaustion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Rothermel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Transport credit accounting. Links to 75847.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Credit accounting analysis in progress.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4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6"/>
                        </a:rPr>
                        <a:t>STL-77092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DWC switch VR fault (liquid-cooled)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Nagarajan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Review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Lenovo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Voltage regulator HW fault. Separate from buffer/credit.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Fix in review.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Host Driver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5 active + 2 in Verify — 76836 (LLNL ipoib) may be fabric-caused, not host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(5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6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47"/>
                <a:gridCol w="463798"/>
                <a:gridCol w="1855195"/>
                <a:gridCol w="811647"/>
                <a:gridCol w="695698"/>
                <a:gridCol w="811647"/>
                <a:gridCol w="3014691"/>
                <a:gridCol w="2550893"/>
              </a:tblGrid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2"/>
                        </a:rPr>
                        <a:t>STL-76836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ipoib timeout at LLNL Lynx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Novak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LLNL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IPoIB/SDMA path. BUT: links to 76494 (RbufCtrlSbe) + 76873 (link training). May be fabric-caused.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Test 74848 SDMA fix first. If no fix, reclassify as fabric.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3"/>
                        </a:rPr>
                        <a:t>STL-74848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SDMA Tx queue timeout — no descriptors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Hwang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SDMA descriptor exhaustion. sw_fixed label.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Fix ready. Retest in next DST.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4"/>
                        </a:rPr>
                        <a:t>STL-76997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Job crashes during SPEC run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Luick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NEC/RWTH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Relates to 75193 (PCIe fatal error). Investigating uncorrectable error correlation.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Koch providing lspci. Luick proceeding with investigation.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5"/>
                        </a:rPr>
                        <a:t>STL-75661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Link not Active after power-cycle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Zhang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Lenovo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8051 FW / JKR FW PCIe init. Card fails to enumerate.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NEEDS PICKUP — Open, no recent activity.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4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6"/>
                        </a:rPr>
                        <a:t>STL-76323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PCIe enumeration / HFI init failures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Davis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IOCB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Same PCIe init path as 75661. 5/204 jobs failing.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Davis actively investigating. Repro rate reduced.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428999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Verify Queue (2 Host Driver fixes)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749039"/>
          <a:ext cx="11247118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258"/>
                <a:gridCol w="5305245"/>
                <a:gridCol w="4668615"/>
              </a:tblGrid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What It Fixes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7"/>
                        </a:rPr>
                        <a:t>STL-77078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Nightly CI IB Verbs Atomic BW failure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CI regression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1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8"/>
                        </a:rPr>
                        <a:t>STL-76108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SRIOV VMs cannot query SA — sw_fixed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SRIOV connectivity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Link / 8051 FW + Chassis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2 active — Link training at LLNL + BMC management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(2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7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392"/>
                <a:gridCol w="441063"/>
                <a:gridCol w="2205317"/>
                <a:gridCol w="882127"/>
                <a:gridCol w="661595"/>
                <a:gridCol w="771861"/>
                <a:gridCol w="2756647"/>
                <a:gridCol w="2536115"/>
              </a:tblGrid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20039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2"/>
                        </a:rPr>
                        <a:t>STL-76873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Link fails LNI during EstablishComm.TxRxHunt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Johanson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LLNL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8051 FW SerDes link training. ~8 links not coming up. Links to 76836 (ipoib).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Johanson leading via Link Working Group.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20041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3"/>
                        </a:rPr>
                        <a:t>STL-77046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BMC FruDevice introspect fail — buggy state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Nagarajan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Ready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Chassis mgmt. After ~17h link bounce + reboot test. Not data-path.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Queued for Nagarajan.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Root Cause Cluster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20 active bugs → 7 root causes + 5 standalone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2286000"/>
                <a:gridCol w="548640"/>
                <a:gridCol w="548640"/>
                <a:gridCol w="548640"/>
                <a:gridCol w="7040880"/>
              </a:tblGrid>
              <a:tr h="365760"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Active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Verify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Closed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Fix One, Fix All?</a:t>
                      </a:r>
                    </a:p>
                  </a:txBody>
                  <a:tcPr anchor="t">
                    <a:solidFill>
                      <a:srgbClr val="7B2D8E"/>
                    </a:solidFill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BTS DMA-buf deregistration race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Yes — 76950 fix in review → cascade-fixes. But 2 of 3 blockers still Open.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OPX TID cache kernel divergence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Yes — same arch fix. Complex (user + kernel).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MYR buffer/credit switch FW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Partially — related but may need separate fixes. Zero resolved.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IPoIB / SDMA transmit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Maybe — 74848 sw_fixed may resolve 76836.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PCIe / card init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Partially — 75661 + 76323 same path, 76997 is runtime.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OPX GPU AI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TBD — 77071 may be user config.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OPX perf regression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Separate — bisecting to isolate commit.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Link training 8051 FW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Standalone. Link WG owns.</a:t>
                      </a:r>
                    </a:p>
                  </a:txBody>
                  <a:tcPr anchor="t">
                    <a:solidFill>
                      <a:srgbClr val="F2F2F2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5760"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Standalone (Lustre non-BTS, VR, BMC, CI, SRIOV)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38100" rIns="38100" tIns="25400" bIns="2540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Each separate.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</a:rPr>
              <a:t>1. BTS is #1 area — 3 active + 6 in Verify. 76950 fix depends on 2 patches still Open (76983, 76984). Next DST is the gate.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</a:rPr>
              <a:t>2. MYR buffer/credit is riskiest — 4 bugs, all In Progress, zero fixes landed. TACC is primary customer.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</a:rPr>
              <a:t>3. 76836 (LLNL ipoib) may be fabric-caused — test SDMA fix first; if no resolution, reclassify.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</a:rPr>
              <a:t>4. OPX TID hangs still chronic — 73247 open since 12.1.0.x. Architecturally complex fix.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</a:rPr>
              <a:t>5. 75661 (Lenovo power-cycle) needs pickup — assigned to Zhang, Open, no recent activity.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