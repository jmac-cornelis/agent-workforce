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cornelisnetworks.atlassian.net/browse/STL-76847" TargetMode="External"/><Relationship Id="rId3" Type="http://schemas.openxmlformats.org/officeDocument/2006/relationships/hyperlink" Target="https://cornelisnetworks.atlassian.net/browse/STL-76880" TargetMode="External"/><Relationship Id="rId7" Type="http://schemas.openxmlformats.org/officeDocument/2006/relationships/hyperlink" Target="https://cornelisnetworks.atlassian.net/browse/STL-76863" TargetMode="External"/><Relationship Id="rId2" Type="http://schemas.openxmlformats.org/officeDocument/2006/relationships/hyperlink" Target="https://cornelisnetworks.atlassian.net/browse/STL-76950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rnelisnetworks.atlassian.net/browse/STL-76942" TargetMode="External"/><Relationship Id="rId5" Type="http://schemas.openxmlformats.org/officeDocument/2006/relationships/hyperlink" Target="https://cornelisnetworks.atlassian.net/browse/STL-76999" TargetMode="External"/><Relationship Id="rId4" Type="http://schemas.openxmlformats.org/officeDocument/2006/relationships/hyperlink" Target="https://cornelisnetworks.atlassian.net/browse/STL-76940" TargetMode="External"/><Relationship Id="rId9" Type="http://schemas.openxmlformats.org/officeDocument/2006/relationships/hyperlink" Target="https://cornelisnetworks.atlassian.net/browse/STL-76732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rnelisnetworks.atlassian.net/browse/STL-73247" TargetMode="External"/><Relationship Id="rId2" Type="http://schemas.openxmlformats.org/officeDocument/2006/relationships/hyperlink" Target="https://cornelisnetworks.atlassian.net/browse/STL-76365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cornelisnetworks.atlassian.net/browse/STL-76561" TargetMode="External"/><Relationship Id="rId4" Type="http://schemas.openxmlformats.org/officeDocument/2006/relationships/hyperlink" Target="https://cornelisnetworks.atlassian.net/browse/STL-77071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ornelisnetworks.atlassian.net/browse/STL-76494" TargetMode="External"/><Relationship Id="rId2" Type="http://schemas.openxmlformats.org/officeDocument/2006/relationships/hyperlink" Target="https://cornelisnetworks.atlassian.net/browse/STL-76338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ornelisnetworks.atlassian.net/browse/STL-77092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rnelisnetworks.atlassian.net/browse/STL-76997" TargetMode="External"/><Relationship Id="rId2" Type="http://schemas.openxmlformats.org/officeDocument/2006/relationships/hyperlink" Target="https://cornelisnetworks.atlassian.net/browse/STL-76836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ornelisnetworks.atlassian.net/browse/STL-76873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Critical Issue Status (P0 Only) — 2026-03-26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Source: Jira filter "SW 12.1.2 Targeted P0 Bugs" (33606)  |  23 P0 bugs: 12 active, 6 Verify, 5 Closed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960120"/>
          <a:ext cx="9144000" cy="6172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Open Critical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New This Week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Waiting for Verify in DST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</a:rPr>
                        <a:t>Actively Root-Causing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3D6B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60020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Issues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BTS / Lustre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STL-76950
STL-76880
STL-76940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GPU DMA-buf deregistration race — mi300x kernel panics in rdmavt + Lustre RDMA timeouts. All hit same BTS memory lifecycle path.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 /
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76950 fix in review (Child); blocked by 76982 (Verify) + 76983, 76984 (Open). If all land → cascade-fixes cluster.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OPX — TID cache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STL-76365
STL-73247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OPX TID cache diverges from kernel TID table under high expected-receive rate. HPL + sph_exa hangs. Chronic — 73247 open since 12.1.0.x.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Architecturally complex fix spanning OPX user-space + hfi1 kernel. Cernohous + Erwin.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OPX — GPU 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STL-77071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MPT-30B hang with aws-ofi dmabuf. May overlap BTS DMA-buf cluster. New this week.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Espinoza assessing. Possible user config issue — engaging customer.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Fabric / MYR FW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STL-76338
STL-76494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MYR switch buffer/credit mgmt — tportPktDropPending on ISLs, RbufCtrlSbe hung nodes. 76494 has sw_fixed workaround.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TACC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Wright on ISL drops. Rothermel on RbufCtrlSbe. No fixes landed yet.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Fabric / MYR FW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STL-77092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DWC switch VR fault on liquid-cooled switch. HW issue, separate from buffer/credit. New this week.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Lenovo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Nagarajan fix in review.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Host Driver —
IPoIB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STL-76836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ipoib timeout at LLNL Lynx. May be fabric-caused — links to 76494 (RbufCtrlSbe) + 76873 (link training).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 (Lynx)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Correlate with fabric cluster. If fabric-side, reclassify.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Host Driver —
PCIe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Jobs crashed during SPEC run at NEC/RWTH. PCIe uncorrectable error correlation. Relates to STL-75193.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NEC/RWTH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Luick investigating. Koch providing lspci output.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333333"/>
                          </a:solidFill>
                        </a:rPr>
                        <a:t>Link / 8051 FW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STL-76873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Link fails LNI during EstablishComm.TxRxHunt — 8051 FW SerDes link training. ~8 links affected.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 (Lynx)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Johanson leading via Link Working Group.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BTS / Lustre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3 active + 5 in Verify — BTS memory deregistration race is the core root cause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(3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7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49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220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88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27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9535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5262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 / Blockers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 dirty="0">
                          <a:solidFill>
                            <a:srgbClr val="003D6B"/>
                          </a:solidFill>
                          <a:hlinkClick r:id="rId2"/>
                        </a:rPr>
                        <a:t>STL-76950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mi300x crash on ctl-c BTS/dmabuf — bulksvc_user_info_destroy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Child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GPU DMA-buf deregistration race. Blocked by:
STL-76982 (DMS unregister, Verify)
STL-76983 (force-cancel trackers, Open)
STL-76984 (rvt/bulksvc race, Open)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Retest with next DST once all 3 blockers land.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3"/>
                        </a:rPr>
                        <a:t>STL-76880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mi300x GPU kernel panic rvt_send_complete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Simonson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Same rdmavt DMA-buf path as 76950.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Likely fixed by 76950 patches. Retest together.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4"/>
                        </a:rPr>
                        <a:t>STL-76940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LNetError RDMA timeout with BTS — Lustre client eviction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Simonson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Lustre ko2iblnd hits BTS verbs path.
Caused by STL-76941 (Verify).
Blocked by STL-76999 (Verify).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dirty="0">
                          <a:solidFill>
                            <a:srgbClr val="333333"/>
                          </a:solidFill>
                        </a:rPr>
                        <a:t>Zhu: "Wait for 12.1.2 DST — fixed a few bugs."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88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Verify Queue (5 P0 BTS fixes awaiting validation)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08960"/>
          <a:ext cx="11247118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5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What It Fixes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5"/>
                        </a:rPr>
                        <a:t>STL-76999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Fix bulksvc_dbg_open unbounded spin-wait deadlock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Blocks 76940 (Lustre RDMA timeout)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6"/>
                        </a:rPr>
                        <a:t>STL-76942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bufcount error — BTS buffer management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Lustre data integrity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7"/>
                        </a:rPr>
                        <a:t>STL-76863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BAD WRITE CHECKSUM — BTS MR registration error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Lustre data integrity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8"/>
                        </a:rPr>
                        <a:t>STL-76847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calculate_mr_page_offset Invalid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Lustre data integrity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9"/>
                        </a:rPr>
                        <a:t>STL-76732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hfi1_dms_impl_dlist_remove crash — DMS list corruption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BTS internal locking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OPX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3 active + 1 in Verify — TID cache is chronic; new GPU AI hang needs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(3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7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5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56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987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508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2"/>
                        </a:rPr>
                        <a:t>STL-76365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HPL hang in hfi1_user_exp_rcv_setup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Cernohous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OPX TID cache diverges from kernel. Links to 76561, 76972, 76685, 76554.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Fix spans OPX user-space + hfi1 kernel.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3"/>
                        </a:rPr>
                        <a:t>STL-73247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sph_exa hang with OPX Open MPI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Erwin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Same TID cache root cause. Open since 12.1.0.x.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Same fix as 76365.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4"/>
                        </a:rPr>
                        <a:t>STL-77071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MPT-30B hang aws-ofi dmabuf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Espinoza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RWTH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Possibly OPX+DMA-buf. May be user config.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Engaging RWTH directly.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2788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Verify Queue (1 OPX fix)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3108960"/>
          <a:ext cx="11247118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3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5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86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What It Fixes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5"/>
                        </a:rPr>
                        <a:t>STL-76561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HPL OPX_TID_CACHE assert with use_bulksvc:N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Related to TID cache cluster (76365, 73247)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Fabric / MYR FW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3 active — Buffer/credit cluster: 2 bugs, zero fixes landed. VR fault close to landing.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(3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870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5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97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987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668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2"/>
                        </a:rPr>
                        <a:t>STL-76338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tportPktDropPending hang on ISL bounce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Wright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TACC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MYR Tport state machine. Links to 76651, 76652, ISS-8041.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Reproduced internally. Wright analyzing.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3"/>
                        </a:rPr>
                        <a:t>STL-76494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Hung nodes — RbufCtrlSbe ECC errors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Rothermel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TACC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SRAM bit errors corrupt buffer mgmt. sw_fixed label. Links to 76836, 77090.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SW workaround exists. Watch SBE rate for HW degradation.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4"/>
                        </a:rPr>
                        <a:t>STL-77092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DWC switch VR fault (liquid-cooled)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Nagarajan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Lenovo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Voltage regulator HW fault. Separate from buffer/credit.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Fix in review.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Host Driver + Link / 8051 FW — Detail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3 active — 76836 (LLNL ipoib) may be fabric-caused; 76873 (link training) feeds the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333333"/>
                </a:solidFill>
              </a:rPr>
              <a:t>Active (3 bugs)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25880"/>
          <a:ext cx="11247116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3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7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5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164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56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164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1469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508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Issue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Pri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Summary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Assignee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Customer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</a:rPr>
                        <a:t>Next Steps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2"/>
                        </a:rPr>
                        <a:t>STL-76836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ipoib timeout at LLNL Lynx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Novak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IPoIB/SDMA path. Links to 76494 (RbufCtrlSbe) + 76873 (link training). May be fabric-caused.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Correlate with fabric cluster. If fabric-side, reclassify.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3"/>
                        </a:rPr>
                        <a:t>STL-76997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Job crashes during SPEC run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Luick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Open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NEC/RWTH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Relates to 75193 (PCIe fatal error). Investigating uncorrectable error correlation.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Koch providing lspci. Luick proceeding with investigation.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 u="sng">
                          <a:solidFill>
                            <a:srgbClr val="003D6B"/>
                          </a:solidFill>
                          <a:hlinkClick r:id="rId4"/>
                        </a:rPr>
                        <a:t>STL-76873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Link fails LNI EstablishComm.TxRxHunt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Johanson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In Prog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LLNL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8051 FW SerDes link training. ~8 links not coming up. Links to 76836 (ipoib).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333333"/>
                          </a:solidFill>
                        </a:rPr>
                        <a:t>Johanson leading via Link Working Group.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3D6B"/>
                </a:solidFill>
              </a:rPr>
              <a:t>Root Cause Cluster Summary (P0 Only)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333333"/>
                </a:solidFill>
              </a:rPr>
              <a:t>12 active P0 bugs → 8 root causes  |  6 in Verify  |  5 Closed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40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Root Cause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Active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Verify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Closed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</a:rPr>
                        <a:t>Fix One, Fix All?</a:t>
                      </a:r>
                    </a:p>
                  </a:txBody>
                  <a:tcPr>
                    <a:solidFill>
                      <a:srgbClr val="7B2D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BTS DMA-buf deregistration race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Yes — 76950 fix in review → cascade-fixes. But 2 of 3 blockers still Open.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OPX TID cache kernel divergence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Yes — same arch fix. Complex (user + kernel).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MYR buffer/credit switch FW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Partially — ISL drops + RbufCtrlSbe related but may need separate fixes. Zero resolved.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MYR VR fault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Standalone — HW issue. Fix in review.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OPX GPU AI (DMA-buf)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TBD — 77071 may be user config. 76946 closed Invalid.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IPoIB timeout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Maybe fabric-caused — links to 76494 + 76873. If confirmed, reclassify.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PCIe / host driver crash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Standalone — investigating uncorrectable error correlation.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Link training 8051 FW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Standalone. Link WG owns.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333333"/>
                          </a:solidFill>
                        </a:rPr>
                        <a:t>Resolved standalone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333333"/>
                          </a:solidFill>
                        </a:rPr>
                        <a:t>76733 (Done), 76745 (Done), 76727 (Not A Defect), 77078 (User Verified)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4846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</a:rPr>
              <a:t>1. BTS is #1 area — 3 active + 5 in Verify. 76950 fix depends on 2 patches still Open (76983, 76984). Next DST is the gate.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</a:rPr>
              <a:t>2. MYR buffer/credit has zero fixes landed — 2 P0 bugs (76338, 76494), both In Progress. TACC is primary customer.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</a:rPr>
              <a:t>3. 76836 (LLNL ipoib) may be fabric-caused — links to 76494 (RbufCtrlSbe) + 76873 (link training). If confirmed, reclassify.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</a:rPr>
              <a:t>4. OPX TID hangs still chronic — 73247 open since 12.1.0.x. Architecturally complex fix.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900">
                <a:solidFill>
                  <a:srgbClr val="333333"/>
                </a:solidFill>
              </a:rPr>
              <a:t>5. 77071 (RWTH GPU AI hang) is new this week — may be user config, needs triage before committing resources.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1495</Words>
  <Application>Microsoft Macintosh PowerPoint</Application>
  <PresentationFormat>Widescreen</PresentationFormat>
  <Paragraphs>293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Macdonald, John</cp:lastModifiedBy>
  <cp:revision>1</cp:revision>
  <dcterms:created xsi:type="dcterms:W3CDTF">2013-01-27T09:14:16Z</dcterms:created>
  <dcterms:modified xsi:type="dcterms:W3CDTF">2026-03-26T16:19:53Z</dcterms:modified>
  <cp:category/>
</cp:coreProperties>
</file>